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645920"/>
            <a:ext cx="41148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⚡ TELECOM DIGITAL TWIN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4028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Digital Twin Adapters &amp; Standards</a:t>
            </a:r>
          </a:p>
          <a:p>
            <a:pPr>
              <a:spcBef>
                <a:spcPts val="1200"/>
              </a:spcBef>
              <a:defRPr sz="1600">
                <a:solidFill>
                  <a:srgbClr val="C084FC"/>
                </a:solidFill>
              </a:defRPr>
            </a:pPr>
            <a:r>
              <a:t>How Intent, ETSI TeraFlowSDN, NS-3 Co-Simulation, and Ceragon Microwave Hardware Interconnect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931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0D4FF"/>
                </a:solidFill>
              </a:rPr>
              <a:t>• What are the Adapters?</a:t>
            </a:r>
            <a:r>
              <a:rPr sz="1300">
                <a:solidFill>
                  <a:srgbClr val="94A3B8"/>
                </a:solidFill>
              </a:rPr>
              <a:t> Software translators bridging heterogeneous timing, data formats, and control protocols.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00D4FF"/>
                </a:solidFill>
              </a:rPr>
              <a:t>• International Standards:</a:t>
            </a:r>
            <a:r>
              <a:rPr sz="1300">
                <a:solidFill>
                  <a:srgbClr val="94A3B8"/>
                </a:solidFill>
              </a:rPr>
              <a:t> Anchored in TM Forum TMF921, 3GPP TS 28.561, ITU-T Y.3090, IETF DTI, and RFC 8040 RESTCONF.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00D4FF"/>
                </a:solidFill>
              </a:rPr>
              <a:t>• Closed-Loop Automation:</a:t>
            </a:r>
            <a:r>
              <a:rPr sz="1300">
                <a:solidFill>
                  <a:srgbClr val="94A3B8"/>
                </a:solidFill>
              </a:rPr>
              <a:t> Zero-risk What-If discrete prediction prior to physical hardware 2-phase commit actuation.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1663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Ceragon Networks &amp; ETSI TeraFlowSDN Research • Standalone &amp; Production Hybrid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THE PROBLEM &amp; ARCHITECTURAL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Core Problem: Why Do We Need Adapters?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868680"/>
          </a:xfrm>
          <a:prstGeom prst="roundRect">
            <a:avLst/>
          </a:prstGeom>
          <a:solidFill>
            <a:srgbClr val="1A2639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💡 In a Telecom Digital Twin, components speak completely different languages and operate at vastly different timescales. Adapters are the critical translators that bridge this semantic and temporal chasm.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23744" cy="384048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C084FC"/>
                </a:solidFill>
              </a:defRPr>
            </a:pPr>
            <a:r>
              <a:t>1. Declarative Intent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Human Operator / SLA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Speaks:
</a:t>
            </a:r>
            <a:r>
              <a:rPr sz="1000">
                <a:solidFill>
                  <a:srgbClr val="F8FAFC"/>
                </a:solidFill>
              </a:rPr>
              <a:t>Natural Language / JSON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Timescale:
</a:t>
            </a:r>
            <a:r>
              <a:rPr sz="1000">
                <a:solidFill>
                  <a:srgbClr val="F8FAFC"/>
                </a:solidFill>
              </a:rPr>
              <a:t>Minutes to Days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Key Data:
</a:t>
            </a:r>
            <a:r>
              <a:rPr sz="1000">
                <a:solidFill>
                  <a:srgbClr val="F8FAFC"/>
                </a:solidFill>
              </a:rPr>
              <a:t>"Ensure URLLC latency &lt; 1.5ms and 99.999% availability during storms"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2560320"/>
            <a:ext cx="2523744" cy="384048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2. SDN Controller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ETSI TeraFlowSDN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Speaks:
</a:t>
            </a:r>
            <a:r>
              <a:rPr sz="1000">
                <a:solidFill>
                  <a:srgbClr val="F8FAFC"/>
                </a:solidFill>
              </a:rPr>
              <a:t>Context DB, gRPC, CSPF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Timescale:
</a:t>
            </a:r>
            <a:r>
              <a:rPr sz="1000">
                <a:solidFill>
                  <a:srgbClr val="F8FAFC"/>
                </a:solidFill>
              </a:rPr>
              <a:t>Seconds (Control Plane)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Key Data:
</a:t>
            </a:r>
            <a:r>
              <a:rPr sz="1000">
                <a:solidFill>
                  <a:srgbClr val="F8FAFC"/>
                </a:solidFill>
              </a:rPr>
              <a:t>Device UUIDs, Endpoints, Topology Graphs, TI-LFA backup paths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2560320"/>
            <a:ext cx="2523744" cy="384048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3. Discrete Simulator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NS-3 Discrete Core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Speaks:
</a:t>
            </a:r>
            <a:r>
              <a:rPr sz="1000">
                <a:solidFill>
                  <a:srgbClr val="F8FAFC"/>
                </a:solidFill>
              </a:rPr>
              <a:t>C++ Event Queue &amp; Packets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Timescale:
</a:t>
            </a:r>
            <a:r>
              <a:rPr sz="1000">
                <a:solidFill>
                  <a:srgbClr val="F8FAFC"/>
                </a:solidFill>
              </a:rPr>
              <a:t>Microseconds (t = 0.000s)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Key Data:
</a:t>
            </a:r>
            <a:r>
              <a:rPr sz="1000">
                <a:solidFill>
                  <a:srgbClr val="F8FAFC"/>
                </a:solidFill>
              </a:rPr>
              <a:t>QueueDisc buffer drops, WiFi EDCA AC_VO, link propagation delay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2560320"/>
            <a:ext cx="2523744" cy="384048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4. Physical Hardware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Ceragon MH-T261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Speaks:
</a:t>
            </a:r>
            <a:r>
              <a:rPr sz="1000">
                <a:solidFill>
                  <a:srgbClr val="F8FAFC"/>
                </a:solidFill>
              </a:rPr>
              <a:t>RFC 8040 RESTCONF &amp; PHY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Timescale:
</a:t>
            </a:r>
            <a:r>
              <a:rPr sz="1000">
                <a:solidFill>
                  <a:srgbClr val="F8FAFC"/>
                </a:solidFill>
              </a:rPr>
              <a:t>Sub-millisecond Hardware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Key Data:
</a:t>
            </a:r>
            <a:r>
              <a:rPr sz="1000">
                <a:solidFill>
                  <a:srgbClr val="F8FAFC"/>
                </a:solidFill>
              </a:rPr>
              <a:t>V-Band 60.48 GHz, ACM MCS 0-9, PHY RSSI/SNR, RF registers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INTERNATIONAL STANDARDS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Standards for Digital Twin APIs We Use &amp; What They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23317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>
                <a:solidFill>
                  <a:srgbClr val="C084FC"/>
                </a:solidFill>
              </a:rPr>
              <a:t>TM Forum TMF921  </a:t>
            </a:r>
            <a:r>
              <a:rPr sz="900" b="1">
                <a:solidFill>
                  <a:srgbClr val="94A3B8"/>
                </a:solidFill>
              </a:rPr>
              <a:t>[BUSINESS &amp; SLA]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Intent Management API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94A3B8"/>
                </a:solidFill>
              </a:rPr>
              <a:t>Standard: </a:t>
            </a:r>
            <a:r>
              <a:rPr sz="950">
                <a:solidFill>
                  <a:srgbClr val="F8FAFC"/>
                </a:solidFill>
              </a:rPr>
              <a:t>REST API standard for expressing declarative network intent and SLA expectations.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0D4FF"/>
                </a:solidFill>
              </a:rPr>
              <a:t>In Our Platform: </a:t>
            </a:r>
            <a:r>
              <a:rPr sz="950">
                <a:solidFill>
                  <a:srgbClr val="F8FAFC"/>
                </a:solidFill>
              </a:rPr>
              <a:t>Operator defines latency (&lt; 1.5ms) and availability without writing low-level scripts. Tracks intent state: Acknowledged → In Evaluation → Compliant.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554480"/>
            <a:ext cx="3429000" cy="23317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>
                <a:solidFill>
                  <a:srgbClr val="10B981"/>
                </a:solidFill>
              </a:rPr>
              <a:t>3GPP TS 28.561  </a:t>
            </a:r>
            <a:r>
              <a:rPr sz="900" b="1">
                <a:solidFill>
                  <a:srgbClr val="94A3B8"/>
                </a:solidFill>
              </a:rPr>
              <a:t>[5G / 6G CORE]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Network Digital Twin (NDT) Lifecycle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94A3B8"/>
                </a:solidFill>
              </a:rPr>
              <a:t>Standard: </a:t>
            </a:r>
            <a:r>
              <a:rPr sz="950">
                <a:solidFill>
                  <a:srgbClr val="F8FAFC"/>
                </a:solidFill>
              </a:rPr>
              <a:t>3GPP 5G/6G standard defining digital twin management services and closed-loop control.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0D4FF"/>
                </a:solidFill>
              </a:rPr>
              <a:t>In Our Platform: </a:t>
            </a:r>
            <a:r>
              <a:rPr sz="950">
                <a:solidFill>
                  <a:srgbClr val="F8FAFC"/>
                </a:solidFill>
              </a:rPr>
              <a:t>Governs the 4-phase pre-flight verification gate before any action is actuated: verifies latency envelope, queue stability, jitter, and spectral mask.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554480"/>
            <a:ext cx="3429000" cy="23317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>
                <a:solidFill>
                  <a:srgbClr val="00D4FF"/>
                </a:solidFill>
              </a:rPr>
              <a:t>ITU-T Y.3090  </a:t>
            </a:r>
            <a:r>
              <a:rPr sz="900" b="1">
                <a:solidFill>
                  <a:srgbClr val="94A3B8"/>
                </a:solidFill>
              </a:rPr>
              <a:t>[ARCHITECTURE]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Digital Twin Network (DTN) Architecture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94A3B8"/>
                </a:solidFill>
              </a:rPr>
              <a:t>Standard: </a:t>
            </a:r>
            <a:r>
              <a:rPr sz="950">
                <a:solidFill>
                  <a:srgbClr val="F8FAFC"/>
                </a:solidFill>
              </a:rPr>
              <a:t>ITU-T standard defining the 3-layer Digital Twin reference model and synchronization.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0D4FF"/>
                </a:solidFill>
              </a:rPr>
              <a:t>In Our Platform: </a:t>
            </a:r>
            <a:r>
              <a:rPr sz="950">
                <a:solidFill>
                  <a:srgbClr val="F8FAFC"/>
                </a:solidFill>
              </a:rPr>
              <a:t>Defines data repository synchronization between the Physical Network Layer and the Cyber Twin Layer. Powers our real-time shadow datastore.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3429000" cy="23317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>
                <a:solidFill>
                  <a:srgbClr val="F59E0B"/>
                </a:solidFill>
              </a:rPr>
              <a:t>IETF NMRG DTI  </a:t>
            </a:r>
            <a:r>
              <a:rPr sz="900" b="1">
                <a:solidFill>
                  <a:srgbClr val="94A3B8"/>
                </a:solidFill>
              </a:rPr>
              <a:t>[SIMULATION SBI]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Digital Twin Interface (RFC Draft)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94A3B8"/>
                </a:solidFill>
              </a:rPr>
              <a:t>Standard: </a:t>
            </a:r>
            <a:r>
              <a:rPr sz="950">
                <a:solidFill>
                  <a:srgbClr val="F8FAFC"/>
                </a:solidFill>
              </a:rPr>
              <a:t>IETF Network Management Research Group interface for Twin-to-Simulator communication.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0D4FF"/>
                </a:solidFill>
              </a:rPr>
              <a:t>In Our Platform: </a:t>
            </a:r>
            <a:r>
              <a:rPr sz="950">
                <a:solidFill>
                  <a:srgbClr val="F8FAFC"/>
                </a:solidFill>
              </a:rPr>
              <a:t>Standardizes the East-West protocol for injecting What-If perturbations (traffic surge, rain fade) and streaming discrete telemetry back to controller.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4069080"/>
            <a:ext cx="3429000" cy="23317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>
                <a:solidFill>
                  <a:srgbClr val="00D4FF"/>
                </a:solidFill>
              </a:rPr>
              <a:t>IETF RFC 8040 / 7950  </a:t>
            </a:r>
            <a:r>
              <a:rPr sz="900" b="1">
                <a:solidFill>
                  <a:srgbClr val="94A3B8"/>
                </a:solidFill>
              </a:rPr>
              <a:t>[HARDWARE SBI]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RESTCONF Protocol &amp; YANG 1.1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94A3B8"/>
                </a:solidFill>
              </a:rPr>
              <a:t>Standard: </a:t>
            </a:r>
            <a:r>
              <a:rPr sz="950">
                <a:solidFill>
                  <a:srgbClr val="F8FAFC"/>
                </a:solidFill>
              </a:rPr>
              <a:t>IETF standard for HTTP-based network device management accessing YANG data stores.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0D4FF"/>
                </a:solidFill>
              </a:rPr>
              <a:t>In Our Platform: </a:t>
            </a:r>
            <a:r>
              <a:rPr sz="950">
                <a:solidFill>
                  <a:srgbClr val="F8FAFC"/>
                </a:solidFill>
              </a:rPr>
              <a:t>Southbound interface to Ceragon MH-T261 (192.168.1.225:80). Provides Candidate Datastore staging, diff validation, and 2-Phase Commit (2PC).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4069080"/>
            <a:ext cx="3429000" cy="23317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>
                <a:solidFill>
                  <a:srgbClr val="C084FC"/>
                </a:solidFill>
              </a:rPr>
              <a:t>ETSI TeraFlowSDN APIs  </a:t>
            </a:r>
            <a:r>
              <a:rPr sz="900" b="1">
                <a:solidFill>
                  <a:srgbClr val="94A3B8"/>
                </a:solidFill>
              </a:rPr>
              <a:t>[SDN CONTROL]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Cloud-Native SDN Controller Microservices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94A3B8"/>
                </a:solidFill>
              </a:rPr>
              <a:t>Standard: </a:t>
            </a:r>
            <a:r>
              <a:rPr sz="950">
                <a:solidFill>
                  <a:srgbClr val="F8FAFC"/>
                </a:solidFill>
              </a:rPr>
              <a:t>ETSI standard cloud-native gRPC microservices pipeline for autonomous transport networks.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0D4FF"/>
                </a:solidFill>
              </a:rPr>
              <a:t>In Our Platform: </a:t>
            </a:r>
            <a:r>
              <a:rPr sz="950">
                <a:solidFill>
                  <a:srgbClr val="F8FAFC"/>
                </a:solidFill>
              </a:rPr>
              <a:t>Exposes Context Service (gRPC :10010), Service/PCE (gRPC :10030), Device Driver (gRPC :10020), and Monitoring Telemetry Daemon (gRPC :10040).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HOW THE ADAPTER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Adapter 1: TFS-to-NS-3 Simulation Adapter (The Cyber Mirror)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6583680" cy="489204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🔁 Step-by-Step Functional Flow (Simplified)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C084FC"/>
                </a:solidFill>
              </a:rPr>
              <a:t>
Step 1: Reconcile Live Topology &amp; State
</a:t>
            </a:r>
            <a:r>
              <a:rPr sz="1050">
                <a:solidFill>
                  <a:srgbClr val="F8FAFC"/>
                </a:solidFill>
              </a:rPr>
              <a:t>The adapter queries ETSI TeraFlowSDN (:8088 Context) to extract the active 34-node graph, link bandwidths, and live Ceragon RF metrics (RSSI -58 dBm, MCS 8).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00D4FF"/>
                </a:solidFill>
              </a:rPr>
              <a:t>
Step 2: Simulation Resolution Governor (Fidelity Scoping)
</a:t>
            </a:r>
            <a:r>
              <a:rPr sz="1050">
                <a:solidFill>
                  <a:srgbClr val="F8FAFC"/>
                </a:solidFill>
              </a:rPr>
              <a:t>Instead of simulating all 34 nodes (which takes minutes), the Governor automatically scopes the graph to the relevant target domain (e.g. Tier 4: URLLC Micro-Packet, 23 nodes) executing in ~1150ms.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F59E0B"/>
                </a:solidFill>
              </a:rPr>
              <a:t>
Step 3: What-If Perturbation Dispatch
</a:t>
            </a:r>
            <a:r>
              <a:rPr sz="1050">
                <a:solidFill>
                  <a:srgbClr val="F8FAFC"/>
                </a:solidFill>
              </a:rPr>
              <a:t>Injects real-world stress conditions into NS-3: 3.5x bulk traffic surge (bufferbloat) or ITU-R P.838 rain fade (ACM rate degradation from 1Gbps to 100Mbps).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10B981"/>
                </a:solidFill>
              </a:rPr>
              <a:t>
Step 4: Discrete Trace Ingestion &amp; NetAnim Generation
</a:t>
            </a:r>
            <a:r>
              <a:rPr sz="1050">
                <a:solidFill>
                  <a:srgbClr val="F8FAFC"/>
                </a:solidFill>
              </a:rPr>
              <a:t>NS-3 simulates microsecond discrete packet events on cersrv-029, generates /tmp/tsn_wifi_ceragon_anim.xml, and the adapter streams packet queues, buffer drops, and latencies back to the twin.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25512" y="1508760"/>
            <a:ext cx="3931920" cy="489204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⚙️ Key Implementation Features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D4FF"/>
                </a:solidFill>
              </a:rPr>
              <a:t>
• Remote Execution Core: </a:t>
            </a:r>
            <a:r>
              <a:rPr sz="1000">
                <a:solidFill>
                  <a:srgbClr val="94A3B8"/>
                </a:solidFill>
              </a:rPr>
              <a:t>Dispatches via SSH/JSON to ns-3.45 on efid@cersrv-029; falls back to analytical local simulation for zero-dependency standalone mode.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D4FF"/>
                </a:solidFill>
              </a:rPr>
              <a:t>
• Multi-Tier Governor: </a:t>
            </a:r>
            <a:r>
              <a:rPr sz="1000">
                <a:solidFill>
                  <a:srgbClr val="94A3B8"/>
                </a:solidFill>
              </a:rPr>
              <a:t>5 Resolution Tiers (Macro-Topology 25%, Queue Dynamics 55%, Physical RF 75%, URLLC 95%, Green Energy 20%).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D4FF"/>
                </a:solidFill>
              </a:rPr>
              <a:t>
• NetAnim XML Output: </a:t>
            </a:r>
            <a:r>
              <a:rPr sz="1000">
                <a:solidFill>
                  <a:srgbClr val="94A3B8"/>
                </a:solidFill>
              </a:rPr>
              <a:t>Instruments AnimationInterface for real timeline playback (0.000s - 2.500s) with 10 visual buffer slots and tail-drop alerts.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D4FF"/>
                </a:solidFill>
              </a:rPr>
              <a:t>
• Deterministic TSN Mapping: </a:t>
            </a:r>
            <a:r>
              <a:rPr sz="1000">
                <a:solidFill>
                  <a:srgbClr val="94A3B8"/>
                </a:solidFill>
              </a:rPr>
              <a:t>Maps 802.1Q PCP Class 6 &amp; EDCA AC_VO into PfifoFast Band 0 priority queues.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PHYSICAL ACTUATION &amp;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Adapter 2: TFS Southbound &amp; Hardware Driver Adapter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39319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C084FC"/>
                </a:solidFill>
              </a:defRPr>
            </a:pPr>
            <a:r>
              <a:t>📝 STAGE 1</a:t>
            </a:r>
          </a:p>
          <a:p>
            <a:pPr>
              <a:spcBef>
                <a:spcPts val="300"/>
              </a:spcBef>
              <a:defRPr sz="1300" b="1">
                <a:solidFill>
                  <a:srgbClr val="F8FAFC"/>
                </a:solidFill>
              </a:defRPr>
            </a:pPr>
            <a:r>
              <a:t>Candidate Datastore Staging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Translates AI Decision Engine output into concrete YANG configuration rules staged in ETSI TeraFlowSDN's Candidate Datastore (RFC 8040).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Target Device: Ceragon MH-T261 (UUID f676623c...)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ACM Floor Hardened: MCS 0 → MCS 4 (≥ 500 Mbps min)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QoS Queue: FIFO → IEEE 802.1Q PCP Class 6 (PfifoFast)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Carrier Frequency: 60.48 GHz → 64.80 GHz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508760"/>
            <a:ext cx="3429000" cy="39319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🛡️ STAGE 2</a:t>
            </a:r>
          </a:p>
          <a:p>
            <a:pPr>
              <a:spcBef>
                <a:spcPts val="300"/>
              </a:spcBef>
              <a:defRPr sz="1300" b="1">
                <a:solidFill>
                  <a:srgbClr val="F8FAFC"/>
                </a:solidFill>
              </a:defRPr>
            </a:pPr>
            <a:r>
              <a:t>Pre-Flight Safety Envelope Gate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Before touching physical production traffic, 3GPP TS 28.561 requires verification of the candidate configuration against live constraints.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Gate 1: Latency Bound Pass (Predicted 1.12ms ≤ 1.5ms)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Gate 2: Queue Stability Pass (Buffer occupancy &lt; 40%)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Gate 3: Hardware Capability Pass (MH-T261 supports MCS 4)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Gate 4: Spectral Mask Pass (64.80 GHz approved in V-Band)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508760"/>
            <a:ext cx="3429000" cy="39319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🚀 STAGE 3</a:t>
            </a:r>
          </a:p>
          <a:p>
            <a:pPr>
              <a:spcBef>
                <a:spcPts val="300"/>
              </a:spcBef>
              <a:defRPr sz="1300" b="1">
                <a:solidFill>
                  <a:srgbClr val="F8FAFC"/>
                </a:solidFill>
              </a:defRPr>
            </a:pPr>
            <a:r>
              <a:t>RFC 8040 RESTCONF 2PC Commit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Executes Two-Phase Commit transaction directly over HTTP/RESTCONF to physical transceiver socket 192.168.1.225:80.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Phase 1 (Prepare): PATCH candidate datastore via RESTCONF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Phase 2 (Commit): POST ietf-netconf:commit operation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Telemetry Verification: Continuous RFC 8040 poll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Instant Rollback: Automatic 2PC revert if health checks 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🔒 Zero-Outage Guarantee: By combining Candidate Datastore staging, Pre-Flight discrete validation, and 2-Phase Commit, the adapter ensures that bad configurations are rejected in software before they can impact customer SLA.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ARCHITECTURE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Summary: End-to-End Closed-Loop Operational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329184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🛡️ Zero-Risk What-If Validation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Predictive Discrete Simulation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</a:defRPr>
            </a:pPr>
            <a:r>
              <a:t>Operators can test severe perturbations (3.5x bulk surges, category-5 tropical rain fade, fiber link cuts) in a microsecond-accurate digital twin without putting live production circuits at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508760"/>
            <a:ext cx="3429000" cy="329184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🌐 Standardized Multi-Vendor Interoperability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Anchored in 3GPP, ITU-T &amp; IETF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</a:defRPr>
            </a:pPr>
            <a:r>
              <a:t>Zero proprietary lock-in. Built entirely on open telecom specifications: TM Forum TMF921 Intent API, 3GPP TS 28.561 NDT lifecycle, ITU-T Y.3090, IETF DTI, and RFC 8040 RESTCONF.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508760"/>
            <a:ext cx="3429000" cy="329184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⚡ Sub-Second Autonomous Closed Loop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Autonomous Self-Healing Transport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</a:defRPr>
            </a:pPr>
            <a:r>
              <a:t>Replaces hours of manual CLI troubleshooting with autonomous, closed-loop assurance: SLA intent is ingested, simulated in NS-3, safety-verified, and actuated via TFS in ~1.9 to 2.2 seconds total.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83480"/>
            <a:ext cx="10728655" cy="1417320"/>
          </a:xfrm>
          <a:prstGeom prst="roundRect">
            <a:avLst/>
          </a:prstGeom>
          <a:solidFill>
            <a:srgbClr val="1A2639"/>
          </a:solidFill>
          <a:ln w="1270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📋 Digital Twin Adapter Quick Reference Table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8FAFC"/>
                </a:solidFill>
              </a:rPr>
              <a:t>• Intent Adapter:</a:t>
            </a:r>
            <a:r>
              <a:rPr sz="1000">
                <a:solidFill>
                  <a:srgbClr val="94A3B8"/>
                </a:solidFill>
              </a:rPr>
              <a:t> Translates Natural Language / SLA bounds into TFS Service &amp; CSPF requests (TM Forum TMF921).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8FAFC"/>
                </a:solidFill>
              </a:rPr>
              <a:t>• Simulation Adapter:</a:t>
            </a:r>
            <a:r>
              <a:rPr sz="1000">
                <a:solidFill>
                  <a:srgbClr val="94A3B8"/>
                </a:solidFill>
              </a:rPr>
              <a:t> Syncs TFS live graph into NS-3 C++ discrete engine, scopes fidelity (Tiers 1-5), and outputs microsecond traces.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8FAFC"/>
                </a:solidFill>
              </a:rPr>
              <a:t>• Southbound Driver:</a:t>
            </a:r>
            <a:r>
              <a:rPr sz="1000">
                <a:solidFill>
                  <a:srgbClr val="94A3B8"/>
                </a:solidFill>
              </a:rPr>
              <a:t> Manages candidate datastore diffs and 2-phase commits to Ceragon MH-T261 via RFC 8040 RESTCONF.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